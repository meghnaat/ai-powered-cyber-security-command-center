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60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1D28CE-3538-F045-2A87-B49790FDE3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2BD3D-45C6-AC9C-4B14-015BCE9D03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F3DAB-652B-42FA-8871-5A4F4AA1BB0E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549DE-E8FC-B338-D815-D87809D4F9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AAD1E-1B4C-2187-5C79-8E218707DE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227DE-19DB-450A-876E-00BB2C551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048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C72B5-0EAD-4B9D-99AA-8AA99151B265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C019A-90B3-43C9-A3A9-3FF19A6EB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06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385EF-A452-45F9-8312-8668D1FA1FFA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05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A9AD-B2B2-49D1-8787-442B0B445D01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0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D8A4-46ED-4993-8DD1-C8D91B27FF8B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94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AD16D-275B-4C8F-BF21-223E52B30906}" type="datetime1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77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2B2B-6DCA-463F-A537-EF206BE3FB4C}" type="datetime1">
              <a:rPr lang="en-IN" smtClean="0"/>
              <a:t>24-01-2025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0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6C15-7446-4067-9B6B-4FFC62A36127}" type="datetime1">
              <a:rPr lang="en-IN" smtClean="0"/>
              <a:t>24-01-2025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7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EF82-934A-47BD-9548-CFA400944AE9}" type="datetime1">
              <a:rPr lang="en-IN" smtClean="0"/>
              <a:t>24-01-2025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88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C4091-8A3D-4DB3-8117-E03444692F37}" type="datetime1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705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40E8-D570-48DF-B51F-E8B126CA135F}" type="datetime1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32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D13-311D-4FF0-B8D1-D53AE0D9A17D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76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F8E9-6272-4559-BBF8-1E03A4BF5C41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7903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A10-B1C5-4A30-A17C-E2E24AD4645D}" type="datetime1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027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10A5-0977-4CAB-B911-25FFD0EF4E49}" type="datetime1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0470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CFF-E05D-40C6-8FD3-A0DDC8A25301}" type="datetime1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28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4475-FB22-4BD2-9080-72E37C9DEB9A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96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E306-B523-4FE5-B156-525A54B95348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18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BDFEC-95AA-40D9-AA43-0A425F5E1F33}" type="datetime1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931DB22-C0A2-4FF9-9DB8-98BC013D77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91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A526-8AFD-C717-A0FE-41F6500F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Dare to Dream 5.0 Innovation Contest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CCD7-2D3D-4D9B-8BA9-33C173249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3" y="1621971"/>
            <a:ext cx="10874829" cy="50074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Non-Destructive Evaluations Technique(s) for </a:t>
            </a:r>
            <a:r>
              <a:rPr lang="fr-FR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Ceramics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Composites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Product/ Innovation Name: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Meghna Tiwari</a:t>
            </a:r>
          </a:p>
          <a:p>
            <a:pPr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Oshika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Jain</a:t>
            </a:r>
          </a:p>
          <a:p>
            <a:pPr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Shastri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Ayush Raj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Lakshmi Narain College of Technology(LNCT), Bhopal, Madhya Pradesh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AA089-3F91-366F-BD05-59CB9F1E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26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020-6E47-0303-4AC6-21B536FF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F9465-AD8D-F278-A45E-0155507F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0D3D7-45DF-9B39-D05E-278BBB553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37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BF3F-979A-1357-597F-ABB86214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FOR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7782-A13C-D228-DC2B-6A3C085F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D3707-BE2D-FE14-48CF-80FB5146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50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2EB2-2930-FBAD-6074-73496397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ADVANTAGES OF THE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8AE8-2179-BE3B-637D-B3A29E5E3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C668E-E27D-C515-2772-E4EC6FA9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79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E8D4-769D-195E-C634-1DFDFD99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Form Link: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85691-E583-2830-33BA-4687B530B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897436"/>
            <a:ext cx="7610702" cy="30137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3DCC5-1673-EEC5-B205-A8E0113A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DB22-C0A2-4FF9-9DB8-98BC013D77F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417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139</TotalTime>
  <Words>73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Times New Roman</vt:lpstr>
      <vt:lpstr>Wingdings 3</vt:lpstr>
      <vt:lpstr>Wisp</vt:lpstr>
      <vt:lpstr>Dare to Dream 5.0 Innovation Contest</vt:lpstr>
      <vt:lpstr>UNDERSTANDING THE PROBLEM STATEMENT</vt:lpstr>
      <vt:lpstr>SOLUTION FOR THE PROBLEM STATEMENT</vt:lpstr>
      <vt:lpstr>SCOPE AND ADVANTAGES OF THE PROPOSED SOLUTION</vt:lpstr>
      <vt:lpstr>Application Form Link: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Tiwari</dc:creator>
  <cp:lastModifiedBy>Preeti Tiwari</cp:lastModifiedBy>
  <cp:revision>6</cp:revision>
  <dcterms:created xsi:type="dcterms:W3CDTF">2025-01-24T15:05:53Z</dcterms:created>
  <dcterms:modified xsi:type="dcterms:W3CDTF">2025-01-24T17:25:23Z</dcterms:modified>
</cp:coreProperties>
</file>